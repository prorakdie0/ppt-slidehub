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DBB54-1C78-41D1-9EFA-A161DA58D641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805F7-D738-4A77-8E8F-1D52E80C7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407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9AC59-A515-32A3-EE17-DCBAE183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E65B9A-D31F-CDCF-345C-E9ABA712F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5FDBD3-9960-5026-C788-C19DDFD7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EDDD1B-1179-6E9A-926A-77F24A3E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FCD79-DADF-AB97-0897-F21ECBFC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04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AC8C6-80AF-FB27-FEDF-A5B11F5C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BD3658-9122-D333-74D6-E4B1F891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AD9121-FBBE-F8F4-3AF5-99651EFC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CD578F-C8AD-55BA-DB84-577C18F26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B763B4-557D-27B8-2CBC-43331C21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20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6A810-F0FC-3BC5-091B-B19C7F56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B85EE6-78C2-1078-D962-45AC52C8D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BBD78B-0908-0846-9E8E-2DB60369B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6874CE-7A0F-1B33-B328-7ABDB0C0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1D1840-5D46-A029-91D2-D45741EA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90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BFE28-2F8E-C445-402B-974B2142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65AF92-2FFB-83B4-95B8-17755886A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537361-FC30-6946-B282-A548D5CB8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5C745B-625D-A29E-5EA9-D247EA37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FC35CC-0365-86EA-A4F7-B10C2966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A45D0B-A007-1796-EEEE-6930852B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72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78190-4D1B-C3E6-5E31-33978DBB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216963-C446-3DCF-E4CF-9929E23E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2172FD-7104-5303-B22D-DEC1F73CC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D97D4E-8812-FA49-471B-7277CE35D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5E4FDD-ECFE-E1CF-4519-68F8148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4AF573-8EDB-B2B7-95CA-08A4247D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77E025-F318-E160-3966-0D68C583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A55E23-C7E8-AEB5-2BCA-38E60187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01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507D2-C77D-4F83-D173-ACAD9478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BC26E0-C107-D97A-8C20-BDD99200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087630-E531-B491-2F4F-BCE80002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A741A2-2AF6-B3E7-BDD8-13F7EBF3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55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B967BFF-BEAA-9D3E-2460-B37A92C65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BE8CFC-9F31-9A38-5A10-0CC42867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E5DC19-BE27-C8BB-B6C6-D8788FF2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81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3271F-EA69-2AFD-D5A8-4651F7002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95D12-F058-CF7B-FAC0-6489A14BE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A3A23B-D963-EF64-6C83-1AB7888CE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59CE6-07D5-06BA-A12A-A8648D96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A5D8C-9B74-ED5F-4A08-B2448F26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7792C8-CFAB-5F4B-CD20-50C2946B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24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C7C06-4D8F-65C0-BE9A-F1BB207B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2610BD-2DA3-2774-83F1-03500BE2E3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85B263-F088-ADBB-3E7F-290ACF804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3F3A46-6B46-5947-3D89-BE2A1691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29E98F-AD01-8788-1B8B-87702F0A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E4A148-AC69-DC50-308B-2DEAA34D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76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B66CA-58B8-7D2B-2B44-43FCD090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63002D-EAFC-3E6A-586F-E7A297874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804419-EBA0-F65E-9025-7948389C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D82B2C-98E9-E978-760C-6560F571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3412C1-C786-A344-6BBE-B11A5666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47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30B26C0-FA6D-3EF3-574A-1217DB113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D96503-0544-3CAE-46F9-810014E2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CBB892-80FA-6733-ED01-4E314F48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FA39A1-4AD4-4F03-3790-AE61E68B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AF3557-2FDD-2CC5-95BD-78ED222D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503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2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92008-0CE2-C59C-3275-3F0B208E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D3F130-4636-E736-ABA3-43375B214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99F865-3F1C-096B-FD86-68366F680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7E687-374D-476C-B871-F8F8EC93EF6F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7CBE74-0F6D-2999-627C-69F10D4B1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9FBE0-8205-E358-78CE-22A28A7A7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8B725-848B-4B21-9178-006489677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76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25464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Вывод</a:t>
            </a:r>
            <a:endParaRPr lang="en-US" sz="3667" dirty="0"/>
          </a:p>
        </p:txBody>
      </p:sp>
      <p:sp>
        <p:nvSpPr>
          <p:cNvPr id="3" name="Shape 1"/>
          <p:cNvSpPr/>
          <p:nvPr/>
        </p:nvSpPr>
        <p:spPr>
          <a:xfrm>
            <a:off x="525363" y="1399580"/>
            <a:ext cx="5476180" cy="4932957"/>
          </a:xfrm>
          <a:prstGeom prst="roundRect">
            <a:avLst>
              <a:gd name="adj" fmla="val 2759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4" name="Text 2"/>
          <p:cNvSpPr/>
          <p:nvPr/>
        </p:nvSpPr>
        <p:spPr>
          <a:xfrm>
            <a:off x="714375" y="1588592"/>
            <a:ext cx="50981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2072879"/>
            <a:ext cx="5098157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5133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3+ млн</a:t>
            </a:r>
            <a:endParaRPr lang="en-US" sz="5133" dirty="0"/>
          </a:p>
        </p:txBody>
      </p:sp>
      <p:sp>
        <p:nvSpPr>
          <p:cNvPr id="6" name="Text 4"/>
          <p:cNvSpPr/>
          <p:nvPr/>
        </p:nvSpPr>
        <p:spPr>
          <a:xfrm>
            <a:off x="714375" y="3077071"/>
            <a:ext cx="509815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копий продано за первые 3 года — подтверждённый успех инди-рогалика.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332935" y="1588592"/>
            <a:ext cx="5203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Формула успеха</a:t>
            </a: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777" y="2102347"/>
            <a:ext cx="283468" cy="2834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7198" y="2096492"/>
            <a:ext cx="45896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Высокая сложность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947198" y="2580779"/>
            <a:ext cx="458966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Roguelike-механики удерживают игроков за счёт реиграбельности.</a:t>
            </a:r>
            <a:endParaRPr lang="en-US" sz="1467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777" y="3569494"/>
            <a:ext cx="283468" cy="283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7198" y="3563640"/>
            <a:ext cx="45896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Юмор + разнообразие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947198" y="4047927"/>
            <a:ext cx="458966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Богатый арсенал оружия и юмористический тон формируют лояльность аудитории.</a:t>
            </a:r>
            <a:endParaRPr lang="en-US" sz="1467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777" y="5036642"/>
            <a:ext cx="283468" cy="2834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7198" y="5030788"/>
            <a:ext cx="45896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Следующий шаг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947198" y="5515075"/>
            <a:ext cx="458966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Балансировка врагов на </a:t>
            </a: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2-м этаже</a:t>
            </a: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углублённая аналитика сессий — приоритет для команды.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Широкоэкранный</PresentationFormat>
  <Paragraphs>12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Raleway</vt:lpstr>
      <vt:lpstr>Roboto</vt:lpstr>
      <vt:lpstr>Roboto Bold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клименко</dc:creator>
  <cp:lastModifiedBy>егор клименко</cp:lastModifiedBy>
  <cp:revision>1</cp:revision>
  <dcterms:created xsi:type="dcterms:W3CDTF">2026-07-17T10:37:23Z</dcterms:created>
  <dcterms:modified xsi:type="dcterms:W3CDTF">2026-07-17T10:37:36Z</dcterms:modified>
</cp:coreProperties>
</file>