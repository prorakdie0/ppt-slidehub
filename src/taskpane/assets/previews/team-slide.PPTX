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5359E-5146-4CC8-A0DC-D6246F0803A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FE594-9BE7-4177-97A0-31B7F20FB8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349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C7FBE-FF81-7B1A-7F3B-27EF62841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11285B-DBCE-8D80-6E47-D2358C4F0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8498EF-87E4-BB12-7A18-08966B6D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191318-C804-7F01-F4D9-4FDF7ACF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F88823-14C6-2FCA-DAFA-7B6493B7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013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48C4E3-8FDD-EA36-DB80-19F82676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D2892E-E3DB-5429-69BB-5440C105E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57696C-F7C5-9577-CE15-5987BBC7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D2819-8690-78A3-D52F-68B56C3C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C8DFC0-5D00-64C1-0809-837AF887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76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35A97-9236-376F-1A24-0E35C4CF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126497-A00D-57C7-5CB9-33B64C553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79D2CC-75A1-EAFE-E976-4E85C1AB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636F80-6AD1-DB34-DA62-121A020B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2F1327-35F9-DCE0-B63A-7E3765B9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08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5E3FC-C694-AD41-5E3E-BF5EA185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46F9BD-0558-0313-7769-8F0585A1F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5A0C4F-7E79-F309-CCD6-E35347BF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A1435-E131-F8C1-EB73-49E3D3E2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EED24E-A92A-B0BB-4497-D6428681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6CA15B-1C6E-E99D-E7E1-BAC4D6AF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41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903806-BA33-08E7-5967-E70CBB4A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417448-51E8-835C-3D44-0E7CEBED3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26A460-83D6-49AE-D035-4ED8D5CFC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05516D2-27A3-F031-E8EE-9C008E7A1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62B68F-27C3-4824-3933-827D8851BB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B8163A-1F2F-C5A7-BBE0-E745FD33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6A981A-C706-19C3-4BF8-AAF7AC6A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ABAEF6D-8D78-49AB-F1CE-22319983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45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5B830-90D3-6270-B3C5-68CD2643D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A201B2-C814-831B-A4A5-4CB41C73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33CC55-1825-F26B-F3E4-BAAD04DE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F50C1C-5504-482A-79DF-EE265846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36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1AA9B4-2FB2-391F-99A6-B32193FE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38CF8F-37D9-CB4D-F7C1-C3B29438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1C82E0-EA1C-BE94-90EC-A9380091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94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2BE9E-1971-9652-50CE-2AAAD6D0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9FD44-F6EA-E788-ECAA-133233F5B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2FCFAE-7DEE-C96D-1641-5F0B76934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D4EF72-7D0F-07F2-840C-74C41D10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DEB52B-DC68-2492-AB15-410034C5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CF0853-9B2B-B7A0-606C-D73F55EB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22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5714B-DF01-E577-FA36-9D4577F9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78909D-50DF-CC7F-5CDC-44BB014BA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720B59-57E1-39AE-202D-777275F58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80AD9-B864-EC0B-2B53-69E6581D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EC2FF7-036B-8B40-0F4C-E98CE08D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B32038-1BCB-6901-BF22-456BB0B77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758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9F4956-94D7-239A-7289-D8566B4E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369BA1-439A-3CDA-42CC-589370911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0C8065-B2BA-8604-6EA2-4AE914FA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EF446A-D6B1-DDAA-6728-7F3A2C2B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846F5D-579B-7EED-AED8-E41B5A8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88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757D27-DC4B-CFC6-D995-5CB80D120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AF4FF7-2363-B2B0-69E5-D25197DC6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51237-781F-2C3B-CF45-C3997F9D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501D7-D0B9-FB74-903C-569B04ED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0B0A9B-4C44-E082-E68F-9A38ED08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962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ru-RU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ru-RU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76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63979-62ED-E604-E8A1-25F040E8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CEDB60-7015-4E7F-3A7F-3B7B0DC12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38B8E3-6F5C-D641-FB55-56D0BCC9C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23CF7-0F3B-46AC-999C-6AA84A05E780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21903-BB7F-1247-968E-C6AF1836B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BE8290-2692-E1E1-271B-CB1F208D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0EB43-22A9-4949-9D07-B0E28E5430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64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3" y="549176"/>
            <a:ext cx="6297017" cy="5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Команда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493" y="1405336"/>
            <a:ext cx="6297017" cy="170924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8286" y="2120306"/>
            <a:ext cx="279103" cy="27910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86289" y="1616770"/>
            <a:ext cx="51327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Dodge Roll</a:t>
            </a: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6186289" y="2017317"/>
            <a:ext cx="5132784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Студия из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человек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основатели жанра bullet-hell roguelike. 2 геймдизайнера, 1 арт-директор, 1 программист + внешние контрибьюторы.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493" y="3297734"/>
            <a:ext cx="6297017" cy="1413967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8286" y="3865067"/>
            <a:ext cx="279103" cy="27910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186289" y="3509170"/>
            <a:ext cx="51327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Devolver Digital</a:t>
            </a: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6186289" y="3909715"/>
            <a:ext cx="5132784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Издатель, обеспечивший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маркетинг и дистрибуцию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игры на всех ключевых платформах.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493" y="4894858"/>
            <a:ext cx="6297017" cy="141396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6289" y="5106294"/>
            <a:ext cx="513278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Поддержка после релиза</a:t>
            </a: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6186289" y="5506839"/>
            <a:ext cx="5132784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2000"/>
              </a:lnSpc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крупных бесплатных DLC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после релиза, включая «A Farewell to Arms» — продолжение поддержки сообщества.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Широкоэкранный</PresentationFormat>
  <Paragraphs>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Raleway</vt:lpstr>
      <vt:lpstr>Roboto</vt:lpstr>
      <vt:lpstr>Roboto Bold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Клименко Егор Александрович</dc:creator>
  <cp:lastModifiedBy>Клименко Егор Александрович</cp:lastModifiedBy>
  <cp:revision>1</cp:revision>
  <dcterms:created xsi:type="dcterms:W3CDTF">2026-07-17T10:10:43Z</dcterms:created>
  <dcterms:modified xsi:type="dcterms:W3CDTF">2026-07-17T10:11:03Z</dcterms:modified>
</cp:coreProperties>
</file>