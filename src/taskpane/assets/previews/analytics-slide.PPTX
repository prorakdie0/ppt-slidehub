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A9326-E97B-406B-A7FD-EFBC129172F7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48049-6CE0-47A5-8B46-3D5F63311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8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4306-E698-6DFA-D630-1F4225227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FB8EF3-F674-C46D-60BA-83230F3F4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DCF181-A9BF-7645-B674-40DF00FF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A43E54-B69C-CD10-046F-02833D8E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E20D08-3C03-30F3-3A95-DB8ACAAE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60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79BCD-1E92-A47D-E9B0-BCD81313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994A29-FC53-1C58-9111-E665D0C70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20EDD5-9785-9E9D-803A-A75C940D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3D5595-A7C1-7074-0CB7-2AF144603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4017B8-DFBD-C725-84AD-68CA9811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17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66FF4-9C93-8EF8-EAA7-4CC60AEC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B2B4EF-6BB3-1375-5171-3C9F5AC57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DE925A-A245-9A04-E6D6-95F7C60A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A341E-99FD-4455-A461-B37E2BF9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9F13D1-5CF3-13D5-4DC7-EB45DBC8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50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E7B68-CF9E-B89B-407B-08B447EC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CBDD8A-E4EC-A886-47E9-4CA854D76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5DB827-A150-6997-0C0C-DA3378083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6EE75E-FA58-C54F-6482-E3E4A03E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9E9A85-360F-F24E-70FB-16C22363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B34B8C-61D5-8A51-C87E-C99CCA8B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153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F92EF-D3EA-5B16-27EC-D2508DCC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CC0560-44E2-8ED2-A61A-0CE74B028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39E4A6-FB60-FC61-5A93-5AA80DD1E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E3888B-D07B-D003-96F4-7807767E9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1BF163-0342-7A3C-7AD3-CBBCC3701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1400E8-720E-0566-BBE2-7BE26379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04B7EC-288F-629F-D7D4-D4C219D2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771ED7-87D9-C3B2-3701-FDF53770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13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F7FEC-0411-8BBC-659E-AD11C56A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C381B5-D2F3-FA56-B7C0-23EFE8D1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DBC75-4E80-B89A-908E-E1400CDC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4A4858-6792-3EFC-692D-C41AF9AF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91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E1F2C5-07D2-ADF5-BEDF-A347388D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8B3238-130F-956C-19D9-C6605798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7D9EE0-5B66-F4FB-AEBE-AF90E3FB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5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96582-DDE0-25E1-57B9-9C454CBA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C245E0-7021-5B31-9753-2F380785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F47E1B-7941-FA83-A01F-DCC476C16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A54B56-0A42-EF9D-1F19-2D94A892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575D0A-9AF1-1F54-DA8E-F5FE205C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6B0E48-6A3C-D525-21B8-ABB8A74D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27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FB464-0F0F-D122-67AF-0AB4FAEB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B5837F-9437-4FBB-2F6C-11D5426F6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6A6CC7-B569-1590-95C0-223654CC5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5DD4D4-E87C-5F1E-A960-562D6E57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ADBF3E-DF0A-78CA-08CD-56E9435C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2D2194-C13E-DB6C-5884-AABD354D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9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595B8-3903-32BA-DA77-7164902F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646C37-299E-708C-0283-4FE230ADB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DEFD79-CE86-5176-FFB9-69FFCCDC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560356-6C09-D84C-C14B-FCED15A8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C9104B-C05C-D1A6-BC44-74D81FE3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2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7B05AC-DEA1-4408-F4F1-778755526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29E6AB-7CA6-B042-0654-6CB2C6999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F51617-5B6D-8F15-789B-8AEB69DC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26A956-7F3D-798E-34D0-39200C57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C18BC-72D2-3A0F-FB49-579E4A98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661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26A8A-7765-6148-5801-AF336410E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44759F-1F6E-541A-48A8-630A528B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E1548-21C6-FCD8-77AD-7F0AF00D4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319E8-CC68-435A-9E56-520E0A9028C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80AF5C-10CA-6BF5-EB06-3D8B91200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860267-E9B2-B002-1ECC-B92A51608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37FF7-18A4-4094-BF60-460D4B96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50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41933"/>
            <a:ext cx="108690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33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Аналитика</a:t>
            </a:r>
            <a:endParaRPr lang="en-US" sz="2133" b="1" dirty="0"/>
          </a:p>
        </p:txBody>
      </p:sp>
      <p:sp>
        <p:nvSpPr>
          <p:cNvPr id="3" name="Text 1"/>
          <p:cNvSpPr/>
          <p:nvPr/>
        </p:nvSpPr>
        <p:spPr>
          <a:xfrm>
            <a:off x="661493" y="978893"/>
            <a:ext cx="3583583" cy="311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1493" y="1373386"/>
            <a:ext cx="358358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8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Среднее время сессии</a:t>
            </a:r>
            <a:endParaRPr lang="en-US" sz="867" dirty="0"/>
          </a:p>
        </p:txBody>
      </p:sp>
      <p:sp>
        <p:nvSpPr>
          <p:cNvPr id="5" name="Text 3"/>
          <p:cNvSpPr/>
          <p:nvPr/>
        </p:nvSpPr>
        <p:spPr>
          <a:xfrm>
            <a:off x="661493" y="1549302"/>
            <a:ext cx="35835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7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Пик активности: 22:00–01:00</a:t>
            </a:r>
            <a:endParaRPr lang="en-US" sz="733" dirty="0"/>
          </a:p>
        </p:txBody>
      </p:sp>
      <p:sp>
        <p:nvSpPr>
          <p:cNvPr id="6" name="Text 4"/>
          <p:cNvSpPr/>
          <p:nvPr/>
        </p:nvSpPr>
        <p:spPr>
          <a:xfrm>
            <a:off x="4304109" y="978893"/>
            <a:ext cx="3583683" cy="311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04109" y="1373386"/>
            <a:ext cx="358368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8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Day-1 Retention</a:t>
            </a:r>
            <a:endParaRPr lang="en-US" sz="867" dirty="0"/>
          </a:p>
        </p:txBody>
      </p:sp>
      <p:sp>
        <p:nvSpPr>
          <p:cNvPr id="8" name="Text 6"/>
          <p:cNvSpPr/>
          <p:nvPr/>
        </p:nvSpPr>
        <p:spPr>
          <a:xfrm>
            <a:off x="4304109" y="1549302"/>
            <a:ext cx="35836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7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Day-7: 34% / Day-30: 18%</a:t>
            </a:r>
            <a:endParaRPr lang="en-US" sz="733" dirty="0"/>
          </a:p>
        </p:txBody>
      </p:sp>
      <p:sp>
        <p:nvSpPr>
          <p:cNvPr id="9" name="Text 7"/>
          <p:cNvSpPr/>
          <p:nvPr/>
        </p:nvSpPr>
        <p:spPr>
          <a:xfrm>
            <a:off x="7946827" y="978893"/>
            <a:ext cx="3583583" cy="311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46827" y="1373386"/>
            <a:ext cx="358358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8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Гибель на 2-м этаже</a:t>
            </a:r>
            <a:endParaRPr lang="en-US" sz="867" dirty="0"/>
          </a:p>
        </p:txBody>
      </p:sp>
      <p:sp>
        <p:nvSpPr>
          <p:cNvPr id="11" name="Text 9"/>
          <p:cNvSpPr/>
          <p:nvPr/>
        </p:nvSpPr>
        <p:spPr>
          <a:xfrm>
            <a:off x="7946827" y="1549302"/>
            <a:ext cx="35835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7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Gungeon Proper — критическая зона</a:t>
            </a:r>
            <a:endParaRPr lang="en-US" sz="733" dirty="0"/>
          </a:p>
        </p:txBody>
      </p:sp>
      <p:sp>
        <p:nvSpPr>
          <p:cNvPr id="12" name="Text 10"/>
          <p:cNvSpPr/>
          <p:nvPr/>
        </p:nvSpPr>
        <p:spPr>
          <a:xfrm>
            <a:off x="661492" y="1763018"/>
            <a:ext cx="531921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86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по дням</a:t>
            </a:r>
            <a:endParaRPr lang="en-US" sz="867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1963737"/>
            <a:ext cx="5319216" cy="38287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1492" y="5845573"/>
            <a:ext cx="592881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7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Retention резко падает после первого дня — удержание в первые 7 дней критически важно.</a:t>
            </a:r>
            <a:endParaRPr lang="en-US" sz="733" dirty="0"/>
          </a:p>
        </p:txBody>
      </p:sp>
      <p:sp>
        <p:nvSpPr>
          <p:cNvPr id="15" name="Text 12"/>
          <p:cNvSpPr/>
          <p:nvPr/>
        </p:nvSpPr>
        <p:spPr>
          <a:xfrm>
            <a:off x="6217643" y="1763018"/>
            <a:ext cx="531921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86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Смерти по этажам</a:t>
            </a:r>
            <a:endParaRPr lang="en-US" sz="867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643" y="1963737"/>
            <a:ext cx="5319216" cy="3828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643" y="5845573"/>
            <a:ext cx="592881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7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2-й этаж — явный пик смертности. Нужна балансировка сложности именно здесь.</a:t>
            </a:r>
            <a:endParaRPr lang="en-US" sz="7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</Words>
  <Application>Microsoft Office PowerPoint</Application>
  <PresentationFormat>Широкоэкранный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Raleway</vt:lpstr>
      <vt:lpstr>Roboto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Клименко Егор Александрович</dc:creator>
  <cp:lastModifiedBy>Клименко Егор Александрович</cp:lastModifiedBy>
  <cp:revision>1</cp:revision>
  <dcterms:created xsi:type="dcterms:W3CDTF">2026-07-17T09:53:41Z</dcterms:created>
  <dcterms:modified xsi:type="dcterms:W3CDTF">2026-07-17T09:59:52Z</dcterms:modified>
</cp:coreProperties>
</file>